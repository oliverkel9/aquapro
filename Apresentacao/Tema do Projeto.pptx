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25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39607" y="4188778"/>
            <a:ext cx="5208786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AquaPro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2883" y="4152900"/>
            <a:ext cx="15462234" cy="456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00"/>
              </a:lnSpc>
            </a:pPr>
            <a:r>
              <a:rPr lang="en-US" sz="4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 Beatriz Cossari</a:t>
            </a: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RA: 202302480624</a:t>
            </a:r>
          </a:p>
          <a:p>
            <a:pPr algn="just">
              <a:lnSpc>
                <a:spcPts val="7200"/>
              </a:lnSpc>
            </a:pPr>
            <a:r>
              <a:rPr lang="en-US" sz="4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Kelton Bruno Santos de Oliveira </a:t>
            </a: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RA: 202302380883</a:t>
            </a:r>
          </a:p>
          <a:p>
            <a:pPr algn="just">
              <a:lnSpc>
                <a:spcPts val="7200"/>
              </a:lnSpc>
            </a:pPr>
          </a:p>
          <a:p>
            <a:pPr algn="just">
              <a:lnSpc>
                <a:spcPts val="7200"/>
              </a:lnSpc>
            </a:pPr>
            <a:r>
              <a:rPr lang="en-US" sz="4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Orientador:</a:t>
            </a: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Profº Luiz Gustavo Turatti</a:t>
            </a:r>
          </a:p>
          <a:p>
            <a:pPr algn="just">
              <a:lnSpc>
                <a:spcPts val="72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019800" y="1203151"/>
            <a:ext cx="62484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12599E"/>
                </a:solidFill>
                <a:latin typeface="Poppins Bold"/>
                <a:ea typeface="Poppins Bold"/>
                <a:cs typeface="Poppins Bold"/>
                <a:sym typeface="Poppins Bold"/>
              </a:rPr>
              <a:t>Dados do Grupo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38492" y="1203151"/>
            <a:ext cx="241101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12599E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28988" y="3667125"/>
            <a:ext cx="10830025" cy="273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3" indent="-485777" lvl="1">
              <a:lnSpc>
                <a:spcPts val="72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Cronograma de Desenvolvimento </a:t>
            </a:r>
          </a:p>
          <a:p>
            <a:pPr algn="l" marL="971553" indent="-485777" lvl="1">
              <a:lnSpc>
                <a:spcPts val="72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</a:p>
          <a:p>
            <a:pPr algn="l" marL="971553" indent="-485777" lvl="1">
              <a:lnSpc>
                <a:spcPts val="72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Telas do Aplicativo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98716" y="2495867"/>
            <a:ext cx="15481044" cy="685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</a:p>
          <a:p>
            <a:pPr algn="l">
              <a:lnSpc>
                <a:spcPts val="5439"/>
              </a:lnSpc>
            </a:pPr>
            <a:r>
              <a:rPr lang="en-US" sz="3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Agosto – Setembro: 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Criação e finalização das páginas principais do sistema (estrutura visual, navegação e layout).</a:t>
            </a:r>
          </a:p>
          <a:p>
            <a:pPr algn="l">
              <a:lnSpc>
                <a:spcPts val="5439"/>
              </a:lnSpc>
            </a:pPr>
          </a:p>
          <a:p>
            <a:pPr algn="l">
              <a:lnSpc>
                <a:spcPts val="5439"/>
              </a:lnSpc>
            </a:pPr>
            <a:r>
              <a:rPr lang="en-US" sz="3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Setembro – Outubro: 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Implementação das funcionalidades do projeto, garantindo que o</a:t>
            </a:r>
          </a:p>
          <a:p>
            <a:pPr algn="l">
              <a:lnSpc>
                <a:spcPts val="543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esteja operacional e integrado.</a:t>
            </a:r>
          </a:p>
          <a:p>
            <a:pPr algn="l">
              <a:lnSpc>
                <a:spcPts val="5439"/>
              </a:lnSpc>
            </a:pPr>
          </a:p>
          <a:p>
            <a:pPr algn="l">
              <a:lnSpc>
                <a:spcPts val="5439"/>
              </a:lnSpc>
            </a:pPr>
            <a:r>
              <a:rPr lang="en-US" sz="3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Novembro: </a:t>
            </a: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Testes finais, ajustes, e preparação da apresentação do projeto com documentação completa.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5736" y="1203151"/>
            <a:ext cx="507652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12599E"/>
                </a:solidFill>
                <a:latin typeface="Poppins Bold"/>
                <a:ea typeface="Poppins Bold"/>
                <a:cs typeface="Poppins Bold"/>
                <a:sym typeface="Poppins Bold"/>
              </a:rPr>
              <a:t>Cronograma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90817" y="1203151"/>
            <a:ext cx="330636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12599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4161" y="3977773"/>
            <a:ext cx="14379677" cy="342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Desenvolver o aplicativo móvel AquaPro, voltado a prestadores de serviços de piscina, com o objetivo de otimizar o gerenciamento de agendamentos, pagamentos e clientes, proporcionando maior eficiência nas operações, melhor controle financeiro e fortalecimento do relacionamento com os clientes.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05194" y="2162096"/>
            <a:ext cx="4077611" cy="7614561"/>
          </a:xfrm>
          <a:custGeom>
            <a:avLst/>
            <a:gdLst/>
            <a:ahLst/>
            <a:cxnLst/>
            <a:rect r="r" b="b" t="t" l="l"/>
            <a:pathLst>
              <a:path h="7614561" w="4077611">
                <a:moveTo>
                  <a:pt x="0" y="0"/>
                </a:moveTo>
                <a:lnTo>
                  <a:pt x="4077612" y="0"/>
                </a:lnTo>
                <a:lnTo>
                  <a:pt x="4077612" y="7614561"/>
                </a:lnTo>
                <a:lnTo>
                  <a:pt x="0" y="7614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778" r="0" b="-31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62096"/>
            <a:ext cx="4139039" cy="7614561"/>
          </a:xfrm>
          <a:custGeom>
            <a:avLst/>
            <a:gdLst/>
            <a:ahLst/>
            <a:cxnLst/>
            <a:rect r="r" b="b" t="t" l="l"/>
            <a:pathLst>
              <a:path h="7614561" w="4139039">
                <a:moveTo>
                  <a:pt x="0" y="0"/>
                </a:moveTo>
                <a:lnTo>
                  <a:pt x="4139039" y="0"/>
                </a:lnTo>
                <a:lnTo>
                  <a:pt x="4139039" y="7614561"/>
                </a:lnTo>
                <a:lnTo>
                  <a:pt x="0" y="7614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329" r="0" b="-23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72430" y="2162096"/>
            <a:ext cx="4187063" cy="7614561"/>
          </a:xfrm>
          <a:custGeom>
            <a:avLst/>
            <a:gdLst/>
            <a:ahLst/>
            <a:cxnLst/>
            <a:rect r="r" b="b" t="t" l="l"/>
            <a:pathLst>
              <a:path h="7614561" w="4187063">
                <a:moveTo>
                  <a:pt x="0" y="0"/>
                </a:moveTo>
                <a:lnTo>
                  <a:pt x="4187063" y="0"/>
                </a:lnTo>
                <a:lnTo>
                  <a:pt x="4187063" y="7614561"/>
                </a:lnTo>
                <a:lnTo>
                  <a:pt x="0" y="7614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474" r="0" b="-357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39272" y="1203151"/>
            <a:ext cx="500945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12599E"/>
                </a:solidFill>
                <a:latin typeface="Poppins Bold"/>
                <a:ea typeface="Poppins Bold"/>
                <a:cs typeface="Poppins Bold"/>
                <a:sym typeface="Poppins Bold"/>
              </a:rPr>
              <a:t>Telas do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0204" y="1266170"/>
            <a:ext cx="4387592" cy="7754660"/>
          </a:xfrm>
          <a:custGeom>
            <a:avLst/>
            <a:gdLst/>
            <a:ahLst/>
            <a:cxnLst/>
            <a:rect r="r" b="b" t="t" l="l"/>
            <a:pathLst>
              <a:path h="7754660" w="4387592">
                <a:moveTo>
                  <a:pt x="0" y="0"/>
                </a:moveTo>
                <a:lnTo>
                  <a:pt x="4387592" y="0"/>
                </a:lnTo>
                <a:lnTo>
                  <a:pt x="4387592" y="7754660"/>
                </a:lnTo>
                <a:lnTo>
                  <a:pt x="0" y="775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364" r="0" b="-61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6845" y="1266170"/>
            <a:ext cx="4470017" cy="7754660"/>
          </a:xfrm>
          <a:custGeom>
            <a:avLst/>
            <a:gdLst/>
            <a:ahLst/>
            <a:cxnLst/>
            <a:rect r="r" b="b" t="t" l="l"/>
            <a:pathLst>
              <a:path h="7754660" w="4470017">
                <a:moveTo>
                  <a:pt x="0" y="0"/>
                </a:moveTo>
                <a:lnTo>
                  <a:pt x="4470018" y="0"/>
                </a:lnTo>
                <a:lnTo>
                  <a:pt x="4470018" y="7754660"/>
                </a:lnTo>
                <a:lnTo>
                  <a:pt x="0" y="7754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9" r="0" b="-1310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23596" y="1266170"/>
            <a:ext cx="4398395" cy="7754660"/>
          </a:xfrm>
          <a:custGeom>
            <a:avLst/>
            <a:gdLst/>
            <a:ahLst/>
            <a:cxnLst/>
            <a:rect r="r" b="b" t="t" l="l"/>
            <a:pathLst>
              <a:path h="7754660" w="4398395">
                <a:moveTo>
                  <a:pt x="0" y="0"/>
                </a:moveTo>
                <a:lnTo>
                  <a:pt x="4398395" y="0"/>
                </a:lnTo>
                <a:lnTo>
                  <a:pt x="4398395" y="7754660"/>
                </a:lnTo>
                <a:lnTo>
                  <a:pt x="0" y="775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123" r="0" b="-967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DAG4mX-AKec</dc:identifier>
  <dcterms:modified xsi:type="dcterms:W3CDTF">2011-08-01T06:04:30Z</dcterms:modified>
  <cp:revision>1</cp:revision>
  <dc:title>Tema do Projeto</dc:title>
</cp:coreProperties>
</file>